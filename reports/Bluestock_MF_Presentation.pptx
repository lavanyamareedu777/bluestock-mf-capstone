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Bluestock Mutual Fund Analytics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Submitted By: Lavanya</a:t>
            </a:r>
          </a:p>
          <a:p>
            <a:r>
              <a:t>Technologies: Python | SQLite | Power BI |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Analyze mutual fund industry data and derive business insights.</a:t>
            </a:r>
          </a:p>
          <a:p/>
          <a:p>
            <a:r>
              <a:t>Objectives:</a:t>
            </a:r>
          </a:p>
          <a:p>
            <a:r>
              <a:t>• Build ETL Pipeline</a:t>
            </a:r>
          </a:p>
          <a:p>
            <a:r>
              <a:t>• Perform EDA</a:t>
            </a:r>
          </a:p>
          <a:p>
            <a:r>
              <a:t>• Compute Performance Metrics</a:t>
            </a:r>
          </a:p>
          <a:p>
            <a:r>
              <a:t>• Conduct Advanced Analytics</a:t>
            </a:r>
          </a:p>
          <a:p>
            <a:r>
              <a:t>• Develop Power BI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 Master</a:t>
            </a:r>
          </a:p>
          <a:p>
            <a:r>
              <a:t>NAV History</a:t>
            </a:r>
          </a:p>
          <a:p>
            <a:r>
              <a:t>AUM Data</a:t>
            </a:r>
          </a:p>
          <a:p>
            <a:r>
              <a:t>SIP Inflows</a:t>
            </a:r>
          </a:p>
          <a:p>
            <a:r>
              <a:t>Category Inflows</a:t>
            </a:r>
          </a:p>
          <a:p>
            <a:r>
              <a:t>Folio Counts</a:t>
            </a:r>
          </a:p>
          <a:p>
            <a:r>
              <a:t>Scheme Performance</a:t>
            </a:r>
          </a:p>
          <a:p>
            <a:r>
              <a:t>Investor Transactions</a:t>
            </a:r>
          </a:p>
          <a:p>
            <a:r>
              <a:t>Portfolio Holdings</a:t>
            </a:r>
          </a:p>
          <a:p>
            <a:r>
              <a:t>Benchmark Indices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CSV Files → Python ETL → Processed Data → SQLite Database → EDA &amp; Analytics → Power BI Dashboard → Business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Mutual fund NAVs showed long-term growth.</a:t>
            </a:r>
          </a:p>
          <a:p>
            <a:r>
              <a:t>• Industry AUM increased significantly from 2022–2025.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SIP inflows reached record levels.</a:t>
            </a:r>
          </a:p>
          <a:p>
            <a:r>
              <a:t>• Younger investors showed strong participation.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funds delivered superior risk-adjusted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Risk metrics identified high-volatility funds.</a:t>
            </a:r>
          </a:p>
          <a:p>
            <a:r>
              <a:t>• Cohort analysis revealed long-term investor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• SIP participation continues to grow.</a:t>
            </a:r>
          </a:p>
          <a:p>
            <a:r>
              <a:t>• Equity funds dominate inflows.</a:t>
            </a:r>
          </a:p>
          <a:p>
            <a:r>
              <a:t>• Top-ranked funds outperform benchmarks.</a:t>
            </a:r>
          </a:p>
          <a:p/>
          <a:p>
            <a:r>
              <a:t>Recommendations:</a:t>
            </a:r>
          </a:p>
          <a:p>
            <a:r>
              <a:t>• Integrate live market data.</a:t>
            </a:r>
          </a:p>
          <a:p>
            <a:r>
              <a:t>• Add predictive analytics.</a:t>
            </a:r>
          </a:p>
          <a:p>
            <a:r>
              <a:t>• Deploy dashboard online.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